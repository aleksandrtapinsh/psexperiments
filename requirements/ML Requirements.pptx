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7f03ef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e7f03ef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e7f03ef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e7f03ef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e7f03ef8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e7f03ef8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e7f03ef8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e7f03ef8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e7f03ef8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e7f03ef8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46017">
            <a:off x="4976850" y="515500"/>
            <a:ext cx="4014450" cy="10773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 i="1" sz="2833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571750"/>
            <a:ext cx="8520600" cy="9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Imitation learning vs Reinforcement 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Pokemon Showdown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559950"/>
            <a:ext cx="8520600" cy="6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Sasha, Bennet, Stanley, Grace, Bo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Pivot?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Reinforcement training takes a long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Pokemon is a long game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Reinforcement training discourages backtracking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Present in pokemon games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Pivot to Pokemon Showdown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Battle simulator for pokemon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Web-based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Easily accessible logs for battle replays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 imitation learning to reinforcement learning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2634150" y="4164629"/>
            <a:ext cx="3875700" cy="615600"/>
          </a:xfrm>
          <a:prstGeom prst="roundRect">
            <a:avLst>
              <a:gd fmla="val 38873" name="adj"/>
            </a:avLst>
          </a:prstGeom>
          <a:solidFill>
            <a:srgbClr val="FFE5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86850" y="1049550"/>
            <a:ext cx="3993900" cy="2892000"/>
          </a:xfrm>
          <a:prstGeom prst="roundRect">
            <a:avLst>
              <a:gd fmla="val 16667" name="adj"/>
            </a:avLst>
          </a:prstGeom>
          <a:solidFill>
            <a:srgbClr val="FFF9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will it work?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575675" y="1133250"/>
            <a:ext cx="3685800" cy="27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Imitation Learning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Learns from </a:t>
            </a:r>
            <a:r>
              <a:rPr lang="en" u="sng"/>
              <a:t>recorded gameplay</a:t>
            </a:r>
            <a:endParaRPr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Scrape replay logs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Parse logs into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state representation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 imitation learning on the replay data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2792100" y="4238279"/>
            <a:ext cx="35598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Pair agents against each other</a:t>
            </a:r>
            <a:endParaRPr b="1"/>
          </a:p>
        </p:txBody>
      </p:sp>
      <p:sp>
        <p:nvSpPr>
          <p:cNvPr id="73" name="Google Shape;73;p15"/>
          <p:cNvSpPr/>
          <p:nvPr/>
        </p:nvSpPr>
        <p:spPr>
          <a:xfrm>
            <a:off x="4753246" y="1049550"/>
            <a:ext cx="3993900" cy="28920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942071" y="1133250"/>
            <a:ext cx="3685800" cy="27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Reinforcement Learning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Learns from </a:t>
            </a:r>
            <a:r>
              <a:rPr lang="en" u="sng"/>
              <a:t>trial and error</a:t>
            </a:r>
            <a:endParaRPr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Determine reward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 RL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Continuously train via trial and 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Tweak rewards as needed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Must-Have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functional AI agents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Imitation Learning agent (trained on replay data)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Reinforcement Learning agent (trained through trial-and-error)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Battle capability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Agents can play Pokemon Showdown battles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Head-to-head comparison possible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tracking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Win/Loss rates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Damage metrics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Pokemon KO counts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Nice-To-Have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 the bot to play different formats other than random battles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Anythinggoes, Ubers, Doubles, VGC,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 past bots, compare with newer bots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Early RL Bot vs Final RL bot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Early RL Bot vs IL Bot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IL bot vs IL bot, trained with different data 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Tournament</a:t>
            </a:r>
            <a:r>
              <a:rPr lang="en"/>
              <a:t> between bots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Goals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Moves are not random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strategic sense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beat a beginner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 effective moves against 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Win rate comparison over more than 100 matches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Determine which method was more efficient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